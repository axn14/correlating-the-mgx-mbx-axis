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D91F-C005-B43B-79E1-42771C5DC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3CEBA-B6EA-454A-91DB-D04A7F822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3138D-600C-8EAC-117E-DA7D9E03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74ABF-C497-A12E-5D9F-C398C5ED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C67C9-DEB0-29EC-5CA7-732B3757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28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4449-A583-7B3E-AFA8-03B0C0AD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64FEC-9256-3351-DD3B-C6204D91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78912-B96E-7738-4EF1-37A2CFF6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95D5C-5724-9C52-14B1-F454966E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5BB41-6F1D-335D-7AB3-DD6C00549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32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BF2A-CFDD-832E-DF1E-8D1ECF484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671CC-589B-C1E8-5092-E73D5E6BF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199CA-4D45-1916-5F53-1C8B2EFA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34EEB-8D97-F1E3-5C42-C3D7E136A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FAA46-5629-E969-5026-6A83921D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24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EA7B-EA02-D373-6FD6-7990CECB8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11307-F8D7-86FD-C2AE-213943878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28DA8-4E18-C1BF-3674-47FBB88F8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26D3B-8596-462C-D13D-BAA26DDE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684D7-7EE9-3F42-3D83-1154580C6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6A61F-DD43-4837-F1CE-DBCA59C9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46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E30D-7A6A-0F51-032B-42402720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514F7-73F9-3851-0C54-78F2B815C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E8D43A-F150-23DC-AF6E-BF0A63448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167D0-13B3-62D8-33C9-804A2095D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3F4AFB-22D4-7A6E-1DAF-144742B21B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C2DF74-DF06-4F79-F2E4-1E4925C5A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A91213-6126-0B06-45E5-362FA02A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092B74-C944-6DAF-FD9F-2680677F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04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3229-FB10-1F7C-CB4F-FE04FA2C5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9F5145-B954-A93B-8A97-95F887819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BD981-0BD6-57FE-4C4E-B3F90949B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76A50-3D53-5C52-0CBE-811D498C8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66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7C022-8ADD-5A0C-2B9C-59519DAA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AFF4E-0019-59D1-E9C4-30864CF7A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B2413-3851-E1D3-235E-5DF17B0D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07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6518-2D7A-6142-E1DC-B1FC7F542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EB02-C09C-53CD-9C92-38E7A365A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8A3E6-1CC1-776E-F522-0B7CC541C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53FAB-04E5-DB43-5EAA-1BDC8357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0F427-D444-AB32-379B-D82488CF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00BF1-AB7F-B962-B0AE-FF692B79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683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4A70-1B17-4533-991D-8386B31B9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1620BF-6417-F061-7725-98789AECA5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12C0B-8116-78F4-44F6-5818C823C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E583C-7573-B17B-0DE5-49727D7F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C5A07-4DEC-A05D-3A87-B4848624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0D82B-8345-E786-F8D6-B1758D19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480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2627-C4A4-F73A-9062-52ADE195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6C622-DF25-2780-5E11-2BE287F59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E5EEE-1DB7-4681-AFC1-644EF17B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A3A5A-115B-FF9E-75BD-E314129E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0198C-9CCD-B475-295F-B167D325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041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202DEB-414F-2DD5-5DCC-EFD62F25A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22322-B487-444F-2C17-88FB89249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65BC0-1DDC-B03E-C0FE-1B8DA514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B35F8-6EAC-47EE-477C-D48447A6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AB016-F34E-2D00-49CE-39867AAB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45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FD09F-E162-7BBD-9AF4-55B283F94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FF17E-9B1E-6027-1BA2-9D9D50FD2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BAE89-006E-A490-C4D8-320D200C3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34AC9-A52E-4C5A-921A-1C74F5113681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A1FC0-5B43-BC16-6AD0-BBE3BC55A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0ADBF-D74F-8433-2432-D62700114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D38E3-7BD4-4425-BA62-EEDC37301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6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83E3DEA-0A8C-4517-F962-E04D84D6313F}"/>
              </a:ext>
            </a:extLst>
          </p:cNvPr>
          <p:cNvGrpSpPr/>
          <p:nvPr/>
        </p:nvGrpSpPr>
        <p:grpSpPr>
          <a:xfrm>
            <a:off x="2706624" y="356447"/>
            <a:ext cx="7261860" cy="5020394"/>
            <a:chOff x="2706624" y="356447"/>
            <a:chExt cx="7261860" cy="502039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12A2403-F7CE-9225-FE46-869CBC009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6624" y="356447"/>
              <a:ext cx="7261860" cy="251019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9590533-7E7F-FC90-11AE-70CBD32CD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6624" y="2866644"/>
              <a:ext cx="7261860" cy="2510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162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7DC41-AF0C-A598-10F4-363B2BF84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1045852-699B-427C-0DD3-CE72F955A3EF}"/>
              </a:ext>
            </a:extLst>
          </p:cNvPr>
          <p:cNvGrpSpPr/>
          <p:nvPr/>
        </p:nvGrpSpPr>
        <p:grpSpPr>
          <a:xfrm>
            <a:off x="2995087" y="-612648"/>
            <a:ext cx="6066056" cy="7994654"/>
            <a:chOff x="2995087" y="-612648"/>
            <a:chExt cx="6066056" cy="79946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DFFC469-CF65-8B48-3682-841481901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87" y="5359421"/>
              <a:ext cx="6066056" cy="202258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F362A65-E9F8-1545-71A6-F7C10845C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88" y="-612648"/>
              <a:ext cx="6066055" cy="399592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8268EA8-FC71-E863-11B5-CC4881590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88" y="3383280"/>
              <a:ext cx="6066055" cy="19761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4760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Anirudh Nair</dc:creator>
  <cp:lastModifiedBy>Anirudh Nair</cp:lastModifiedBy>
  <cp:revision>1</cp:revision>
  <dcterms:created xsi:type="dcterms:W3CDTF">2026-05-24T23:44:36Z</dcterms:created>
  <dcterms:modified xsi:type="dcterms:W3CDTF">2026-05-26T03:22:41Z</dcterms:modified>
</cp:coreProperties>
</file>